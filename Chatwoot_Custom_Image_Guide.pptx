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96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Chatwoot Image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Setup Guide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 •  Live Campaign  •  Auto-Resolve  •  AWS ECS  •  Multi-Agent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VisualGraphx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What We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81912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Chat + Exit Chat Button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Campaign Notification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Reply Notification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28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Setup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347472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 Widget on Every Page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581912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Setup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157984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Database Migration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734056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Deployment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310128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328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Multi-Agent Setup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886200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Per-Inbox Setup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Provider, API Key &amp; Agent ID from Dashboard → Inbox → Configuration → Voice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4389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005840"/>
            <a:ext cx="640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End Call Button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38988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pulsing button appears on page during active voice call — visible even when widget is minimized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640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Navigation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voice call, page navigation uses fetch() — widget iframe is preserved so WebRTC never drops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148840"/>
            <a:ext cx="4389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2148840"/>
            <a:ext cx="64008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Reconnect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53288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navigates mid-call, voice automatically reconnects on the new page without user 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9184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Providers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7588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(default) — extensible for other providers via dashboard config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291840"/>
            <a:ext cx="4389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29184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Guard on Resolve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675888"/>
            <a:ext cx="4206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voice call is active, auto-resolve is skipped — call completes naturally before any reset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Chat + Exit Chat Button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resolves conversation from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detects resolution within 8 seconds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 cleared — auth token wiped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51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188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closes automatically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94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2331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reloads in background (fresh session)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114800" cy="96012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3756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0" y="34747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open shows clean home screen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Guard: If voice call is active — resolve is SKIPPED until call ends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Campaign Notification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08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conditions met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(URL match + time delay)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508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is CLOSED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47872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08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Chatwoot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card shows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1508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card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22592" y="17373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FC3F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1371600"/>
            <a:ext cx="150876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37160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conversation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shows ONLY when widget is closed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open → no notification shown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click → follows dashboard settings (pre-chat form ON/OFF)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Chatwoot UI used — no custom popup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Reply Notification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 arrives from AI or Agent AND widget is currently closed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137160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6400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89888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Default Chatwoot unread card — same setUnreadMode behavior as official Chatwoot image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23360" cy="137160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6400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Open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990088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widget is already open and user is on messages view — last seen is updated, NO notification shown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606040"/>
            <a:ext cx="4206240" cy="137160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606040"/>
            <a:ext cx="6400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Click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990088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unread messages → clicks 'See new messages' → navigates to full messages 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popup — pure Chatwoot default notification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(Gmail Example):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2926080"/>
          </a:xfrm>
          <a:prstGeom prst="rect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MAILER_SENDER_EMAIL=your@domain.com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SMTP_DOMAIN=domain.com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SMTP_ADDRESS=smtp.gmail.com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SMTP_PORT=587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SMTP_USERNAME=your@gmail.com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SMTP_PASSWORD=your-app-password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SMTP_AUTHENTICATION=plain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SMTP_ENABLE_STARTTLS_AUTO=true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SMTP_OPENSSL_VERIFY_MODE=peer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235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Gmail App Password (not account password)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2FA on Gmail first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SMTP_PASSWORD in AWS Secrets Manager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agent invite emails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notification emails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 Widget on Every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state persists across page navigation using localStorage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5854" y="1481328"/>
            <a:ext cx="2011680" cy="146304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854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Page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7294" y="186537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widget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cw_widget_open = true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65822" y="19842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C3F7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21854" y="1481328"/>
            <a:ext cx="2011680" cy="146304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1854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Navigate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3294" y="186537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 link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Page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1822" y="19842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C3F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07854" y="1481328"/>
            <a:ext cx="2011680" cy="146304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7854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Page B Loads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9294" y="186537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chatwoot:ready fires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localStorage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true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37822" y="198424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C3F7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93854" y="1481328"/>
            <a:ext cx="2011680" cy="146304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3854" y="1481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Auto-Open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5294" y="1865376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opens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after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 delay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SPA Navigation: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active voice call — link clicks intercepted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loaded via fetch() — body content replaced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iframe detached before swap, re-attached after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connection NEVER destroyed — call continues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detection system: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Polling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 seconds — API check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conversation status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resolved → reset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Guards: conversationSize &gt;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WebSocket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ActionCable real-time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if WS fails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polling: 60s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resolve: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114800"/>
            <a:ext cx="1508760" cy="685800"/>
          </a:xfrm>
          <a:prstGeom prst="rect">
            <a:avLst/>
          </a:prstGeom>
          <a:solidFill>
            <a:srgbClr val="1E2761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114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Resolve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47088" y="4251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57400" y="4114800"/>
            <a:ext cx="1508760" cy="685800"/>
          </a:xfrm>
          <a:prstGeom prst="rect">
            <a:avLst/>
          </a:prstGeom>
          <a:solidFill>
            <a:srgbClr val="1E2761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4114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softExitChat()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4251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4760" y="4114800"/>
            <a:ext cx="1508760" cy="685800"/>
          </a:xfrm>
          <a:prstGeom prst="rect">
            <a:avLst/>
          </a:prstGeom>
          <a:solidFill>
            <a:srgbClr val="1E2761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4114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Home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4251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4114800"/>
            <a:ext cx="1508760" cy="685800"/>
          </a:xfrm>
          <a:prstGeom prst="rect">
            <a:avLst/>
          </a:prstGeom>
          <a:solidFill>
            <a:srgbClr val="1E2761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4114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59168" y="4251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69480" y="4114800"/>
            <a:ext cx="1508760" cy="685800"/>
          </a:xfrm>
          <a:prstGeom prst="rect">
            <a:avLst/>
          </a:prstGeom>
          <a:solidFill>
            <a:srgbClr val="1E2761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41148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iframe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Setup — Rack Attack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194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</a:rPr>
                        <a:t>Layer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IP Based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500 req/min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DDoS / Bot flood protection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</a:rPr>
                        <a:t>Layer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User Token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 conv/hour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</a:rPr>
                        <a:t>Per visitor conversation limit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Messages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Unlimited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No limit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</a:rPr>
                        <a:t>Never blocked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Localhost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Safelist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Always allowed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Dev/testing exempt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WEB_WIDGET_ALLOWED_ORIGINS: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= all websites can embed widget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specific domain: WEB_WIDGET_ALLOWED_ORIGINS=https://staging.visualgraphx.com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Multiple: https://site1.com,https://site2.com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unauthorized websites from using your widget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Database Migration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rails.sh entrypoint — runs on every container start: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389120" cy="2194560"/>
          </a:xfrm>
          <a:prstGeom prst="rect">
            <a:avLst/>
          </a:prstGeom>
          <a:solidFill>
            <a:srgbClr val="0D1B4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4160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Auto-migrate on container start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"Running migrations..."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 exec rails db:migrate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"Migrations complete."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start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"$@"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Everywhere: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73736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 Docker — automatic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33172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AWS ECS — automatic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Server — automatic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Migrations Added: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add_elevenlabs_to_channel_web_widgets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add_voice_agent_config_to_channel_web_widgets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migration steps needed on any deploy — fully automated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55448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0299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branch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GitHub 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92808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1005840"/>
            <a:ext cx="155448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20299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linux/amd64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push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GHCR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4760" y="1005840"/>
            <a:ext cx="155448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Deploy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67912" y="20299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new deployment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image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67528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32120" y="1005840"/>
            <a:ext cx="155448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Migrate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05272" y="20299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rails.sh runs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db:migrate on 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04888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9480" y="1005840"/>
            <a:ext cx="1554480" cy="201168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948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42632" y="202996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(Fargate)  —  Container hosting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61188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 —  Database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361188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Redis  —  Queues &amp; caching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—  File uploads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416052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 —  Load balancer + SSL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4160520"/>
            <a:ext cx="260604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 —  Credentials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— AWS ECS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POSTGRES_HOST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your-rds.amazonaws.com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POSTGRES_PASSWORD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your-rds-password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Secrets Manager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REDIS_URL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redis://...:6379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SECRET_KEY_BASE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openssl rand -hex 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Secrets Manager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FRONTEND_URL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https://your-domain.com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CABLE_URL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wss://your-domain.com/cable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ACTIVE_STORAGE_SERVICE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amazon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ENABLE_RACK_ATTACK_WIDGET_API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true (production)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Recommended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in Chatwoot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78239"/>
              </p:ext>
            </p:extLst>
          </p:nvPr>
        </p:nvGraphicFramePr>
        <p:xfrm>
          <a:off x="352697" y="1005840"/>
          <a:ext cx="8425543" cy="3931920"/>
        </p:xfrm>
        <a:graphic>
          <a:graphicData uri="http://schemas.openxmlformats.org/drawingml/2006/table">
            <a:tbl>
              <a:tblPr/>
              <a:tblGrid>
                <a:gridCol w="4487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Administrator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Manage Conversations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Send/Receive Messages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Assign Labels &amp; Agents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Create/Delete Inboxes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Invite / Remove Agents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Setup Campaigns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View Reports &amp; Analytics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Configure Voice Agent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Change Account Settings</a:t>
                      </a:r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Invite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508760" cy="21031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47088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9112" y="1005840"/>
            <a:ext cx="1508760" cy="21031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9172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917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Invite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'Invite Agent'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(top right)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58184" y="1005840"/>
            <a:ext cx="1508760" cy="21031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8244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824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58184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Details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03904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(Admin/Agent)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523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7256" y="1005840"/>
            <a:ext cx="1508760" cy="21031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57316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731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77256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2976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'Send Invite'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to agent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04304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96328" y="1005840"/>
            <a:ext cx="1508760" cy="21031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6388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638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6328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Joins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clicks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password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must be configured for invite emails to be delivered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resend invite from Settings → Agents if email not received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 can be changed anytime from Settings → Agents → Edit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Multiple Agents to Single Inbox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82880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Inboxes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your inbox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Settings tab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82880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49047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'Collaborators'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inside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settings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82880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9047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agent name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Agents section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add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82880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1490472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'Update'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to save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 can be assigned to one inbox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can be in multiple inboxes simultaneously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agents lose access to that inbox's conversations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take effect immediately — no restart needed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help group agents and assign them to inboxes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Team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Teams → Create New Team → Enter team name (e.g. 'Sales', 'Support')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4389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32588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Agents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709928"/>
            <a:ext cx="4206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agents to add to the team → Click 'Add Agents' → Finish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148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Connect to Inbox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807208"/>
            <a:ext cx="3931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Inboxes → Inbox Settings → Collaborators → Select team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2423160"/>
            <a:ext cx="4389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2423160"/>
            <a:ext cx="64008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807208"/>
            <a:ext cx="4206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agents can now receive conversations from that inbox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547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Team Structure: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84124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1363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VisualGraphx  →  Team: Sales Support  →  Agents: Jatin, Rahul, Priya  →  Inbox: Website Chat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Assignment Feature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enable: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508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47088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39112" y="1371600"/>
            <a:ext cx="1508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371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58184" y="1371600"/>
            <a:ext cx="1508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371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7256" y="1371600"/>
            <a:ext cx="1508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1371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04304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96328" y="1371600"/>
            <a:ext cx="150876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13716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Assignment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 Assignment Works: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 arrives → automatically assigned to available agent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distribution — conversations shared equally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 is Offline → skipped, next available agent gets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always possible — agent can reassign from right panel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teams — assigns from all agents in that inbox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Multi-Agent Setup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960120"/>
            <a:ext cx="2286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VisualGraphx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2286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Chat Inbox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22860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Inbox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1554480"/>
            <a:ext cx="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834640"/>
            <a:ext cx="22860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Sales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64592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3749040"/>
            <a:ext cx="164592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7490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749040"/>
            <a:ext cx="164592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7490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164592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7490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(Agent)</a:t>
            </a:r>
            <a:endParaRPr lang="en-US" sz="12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F7AB9715-92D1-F56A-F3BE-B6F8425F9B61}"/>
              </a:ext>
            </a:extLst>
          </p:cNvPr>
          <p:cNvSpPr/>
          <p:nvPr/>
        </p:nvSpPr>
        <p:spPr>
          <a:xfrm>
            <a:off x="5715000" y="1188720"/>
            <a:ext cx="1097276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A2E5F46F-09DD-883F-55AF-93787370F6D9}"/>
              </a:ext>
            </a:extLst>
          </p:cNvPr>
          <p:cNvSpPr/>
          <p:nvPr/>
        </p:nvSpPr>
        <p:spPr>
          <a:xfrm flipV="1">
            <a:off x="2240272" y="1211580"/>
            <a:ext cx="1188724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153C5D8E-72E1-EDD6-A4C4-8919B0AF2139}"/>
              </a:ext>
            </a:extLst>
          </p:cNvPr>
          <p:cNvSpPr/>
          <p:nvPr/>
        </p:nvSpPr>
        <p:spPr>
          <a:xfrm flipH="1">
            <a:off x="2240278" y="1566128"/>
            <a:ext cx="0" cy="35411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Assignment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conversation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panel → Conversation 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'Assigned Agent' dropdown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 from list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transferred instantly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16205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Assignment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toggle in Inbox settings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conversations auto-distributed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across online agents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offline/busy agents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reassign manually anytime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Availability &amp;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1508760" y="10972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6206" y="1645920"/>
            <a:ext cx="2142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new conversations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auto assignment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0744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in auto assignment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work on existing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0972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excluded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 assignment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Availability: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profile avatar (bottom left of dashboard)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Select: Online / Busy / Offline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visible to all admins in team 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auto-assignment immediately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237744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2048256"/>
            <a:ext cx="1435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main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47088" y="1965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554480" cy="237744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93392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048256"/>
            <a:ext cx="1435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triggers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linux/amd64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GHCR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554480" cy="237744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12464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6472" y="2048256"/>
            <a:ext cx="1435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5232" y="1965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31536" y="1005840"/>
            <a:ext cx="1554480" cy="2377440"/>
          </a:xfrm>
          <a:prstGeom prst="rect">
            <a:avLst/>
          </a:prstGeom>
          <a:solidFill>
            <a:srgbClr val="162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4456" y="1051560"/>
            <a:ext cx="5486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31536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95544" y="2048256"/>
            <a:ext cx="1435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rails.sh runs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ready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db:migrate auto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04304" y="19659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91B2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50608" y="1005840"/>
            <a:ext cx="1554480" cy="2377440"/>
          </a:xfrm>
          <a:prstGeom prst="rect">
            <a:avLst/>
          </a:prstGeom>
          <a:solidFill>
            <a:srgbClr val="16205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3528" y="1051560"/>
            <a:ext cx="54864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0608" y="1664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14616" y="2048256"/>
            <a:ext cx="1435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→ Service → Update → select previous task definition revision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11680" y="4023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deploys new tasks before stopping old ones — no interruption to users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All Custom Changes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per-inbox, SPA nav, reconnect, end call button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Auto-Resolve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481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 detection, fresh session, voice guard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Live Campaign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481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Chatwoot card UI, widget-closed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Reply Notification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761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card, widget-closed only, no custom popup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28600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SMTP Email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761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configured, invite &amp; notification emails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Auto-Open Widget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761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persistence across all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Attack 2-layer, 500 req/min, 50 conv/hr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56616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Auto Migration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0416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rails.sh entrypoint, automatic on every deploy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566160"/>
            <a:ext cx="27432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ECS Ready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0416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ElastiCache, S3, GitHub Actions CI/CD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Chatwoot Image — VisualGraphx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 •  Live Campaign  •  Auto-Resolve  •  Multi-Agent  •  AWS ECS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ghcr.io/jatinn71/chatwoot-custom:latest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1891</Words>
  <Application>Microsoft Office PowerPoint</Application>
  <PresentationFormat>On-screen Show (16:9)</PresentationFormat>
  <Paragraphs>497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Chatwoot Image — Features &amp; Setup Guide</dc:title>
  <dc:subject>PptxGenJS Presentation</dc:subject>
  <dc:creator>PptxGenJS</dc:creator>
  <cp:lastModifiedBy>Jatin Kavani</cp:lastModifiedBy>
  <cp:revision>2</cp:revision>
  <dcterms:created xsi:type="dcterms:W3CDTF">2026-06-02T11:43:43Z</dcterms:created>
  <dcterms:modified xsi:type="dcterms:W3CDTF">2026-06-02T12:01:11Z</dcterms:modified>
</cp:coreProperties>
</file>